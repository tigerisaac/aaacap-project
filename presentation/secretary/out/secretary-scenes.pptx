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your secretary. Advance with → or a clicker.
   then: Title
   then: The secretary at her desk
   then: Caller and your phone
   then: Phone lines and labels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Contacts ring straight through. Advance with → or a clicker.
Click 1: Mom calls
   then: Secretary takes her headset off: not listening
   then: Call skips the secretary
   then: Call skips the secretary
   then: Your phone rings
Click 2: You answer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Shield questions unknown callers first. Advance with → or a clicker.
Click 1: Unknown number calls; secretary puts her headset on
   then: Call reaches the secretary
   then: Screening starts; your phone stays quiet
   then: Shield asks who is calling and why
Click 2: Caller: "the tax office"
   then: Who: noted
Click 3: Why is missing, so Shield asks a follow-up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 calls end with Shield. Advance with → or a clicker.
Click 1: Caller demands gift cards
   then: The reason is flagged
   then: Secretary raises a hand
   then: Line is cut
   then: Line is cut
   then: Call ended
   then: Held; your phone never rang
   then: Secretary lowers her hand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Routine calls are offered to you. Advance with → or a clicker.
Click 1: Another unknown number calls
   then: Call reaches the secretary
   then: Shield asks who is calling and why
Click 2: Caller gives a reason but no name
   then: Why: noted
Click 3: Shield asks a follow-up: who is calling?
Click 4: Caller: "Maria from Dr. Lee's office"
   then: Who: noted
Click 5: Shield: "Please hold while Shield offers your call."
   then: Secretary passes it to you
   then: Call goes to your phone
   then: Your phone shows the summary: you decide
   then: Secretary lowers her arm
Click 6: You press 1
   then: Connected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Shield stays on the line. Advance with → or a clicker.
   then: Shield keeps listening (optional feature note)
Click 1: Caller: "You're all set for 10 a.m."
   then: You: "Perfect, thank you!"
Click 2: Caller asks for the texted code
   then: The request is flagged
   then: Secretary steps in
   then: Line is cut
   then: Call ended; Shield warns you
   then: Your phone shows why
   then: Code kept private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 1 start" descr="/Users/isaaczhang/Developer/aaacap project/presentation/secretary/build/s1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Scene 1 step 1: Title" descr="/Users/isaaczhang/Developer/aaacap project/presentation/secretary/build/s1-ste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4038600" cy="571500"/>
          </a:xfrm>
          <a:prstGeom prst="rect">
            <a:avLst/>
          </a:prstGeom>
        </p:spPr>
      </p:pic>
      <p:pic>
        <p:nvPicPr>
          <p:cNvPr id="4" name="Scene 1 step 2: The secretary at her desk" descr="/Users/isaaczhang/Developer/aaacap project/presentation/secretary/build/s1-step2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1905000"/>
            <a:ext cx="2362200" cy="2400300"/>
          </a:xfrm>
          <a:prstGeom prst="rect">
            <a:avLst/>
          </a:prstGeom>
        </p:spPr>
      </p:pic>
      <p:pic>
        <p:nvPicPr>
          <p:cNvPr id="5" name="Scene 1 step 3.1: Caller and your phone" descr="/Users/isaaczhang/Developer/aaacap project/presentation/secretary/build/s1-step3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1790700"/>
            <a:ext cx="1333500" cy="2743200"/>
          </a:xfrm>
          <a:prstGeom prst="rect">
            <a:avLst/>
          </a:prstGeom>
        </p:spPr>
      </p:pic>
      <p:pic>
        <p:nvPicPr>
          <p:cNvPr id="6" name="Scene 1 step 3.2: Caller and your phone" descr="/Users/isaaczhang/Developer/aaacap project/presentation/secretary/build/s1-step3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2628900"/>
            <a:ext cx="952500" cy="1257300"/>
          </a:xfrm>
          <a:prstGeom prst="rect">
            <a:avLst/>
          </a:prstGeom>
        </p:spPr>
      </p:pic>
      <p:pic>
        <p:nvPicPr>
          <p:cNvPr id="7" name="Scene 1 step 4.1: Phone lines and labels" descr="/Users/isaaczhang/Developer/aaacap project/presentation/secretary/build/s1-step4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009900"/>
            <a:ext cx="1638300" cy="152400"/>
          </a:xfrm>
          <a:prstGeom prst="rect">
            <a:avLst/>
          </a:prstGeom>
        </p:spPr>
      </p:pic>
      <p:pic>
        <p:nvPicPr>
          <p:cNvPr id="8" name="Scene 1 step 4.2: Phone lines and labels" descr="/Users/isaaczhang/Developer/aaacap project/presentation/secretary/build/s1-step4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6900" y="3009900"/>
            <a:ext cx="1485900" cy="152400"/>
          </a:xfrm>
          <a:prstGeom prst="rect">
            <a:avLst/>
          </a:prstGeom>
        </p:spPr>
      </p:pic>
      <p:pic>
        <p:nvPicPr>
          <p:cNvPr id="9" name="Scene 1 step 4.3: Phone lines and labels" descr="/Users/isaaczhang/Developer/aaacap project/presentation/secretary/build/s1-step4-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800" y="4343400"/>
            <a:ext cx="1676400" cy="381000"/>
          </a:xfrm>
          <a:prstGeom prst="rect">
            <a:avLst/>
          </a:prstGeom>
        </p:spPr>
      </p:pic>
      <p:pic>
        <p:nvPicPr>
          <p:cNvPr id="10" name="Scene 1 step 4.4: Phone lines and labels" descr="/Users/isaaczhang/Developer/aaacap project/presentation/secretary/build/s1-step4-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4343400"/>
            <a:ext cx="72390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 2 start" descr="/Users/isaaczhang/Developer/aaacap project/presentation/secretary/build/s2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Scene 2 step 1.1: Title" descr="/Users/isaaczhang/Developer/aaacap project/presentation/secretary/build/s2-ste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4038600" cy="571500"/>
          </a:xfrm>
          <a:prstGeom prst="rect">
            <a:avLst/>
          </a:prstGeom>
        </p:spPr>
      </p:pic>
      <p:pic>
        <p:nvPicPr>
          <p:cNvPr id="4" name="Scene 2 step 1.2: Title" descr="/Users/isaaczhang/Developer/aaacap project/presentation/secretary/build/s2-step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628900"/>
            <a:ext cx="952500" cy="1257300"/>
          </a:xfrm>
          <a:prstGeom prst="rect">
            <a:avLst/>
          </a:prstGeom>
        </p:spPr>
      </p:pic>
      <p:pic>
        <p:nvPicPr>
          <p:cNvPr id="5" name="Scene 2 step 2.1: Mom calls" descr="/Users/isaaczhang/Developer/aaacap project/presentation/secretary/build/s2-step2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00300"/>
            <a:ext cx="381000" cy="152400"/>
          </a:xfrm>
          <a:prstGeom prst="rect">
            <a:avLst/>
          </a:prstGeom>
        </p:spPr>
      </p:pic>
      <p:pic>
        <p:nvPicPr>
          <p:cNvPr id="6" name="Scene 2 step 2.2: Mom calls" descr="/Users/isaaczhang/Developer/aaacap project/presentation/secretary/build/s2-step2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476500"/>
            <a:ext cx="1219200" cy="1562100"/>
          </a:xfrm>
          <a:prstGeom prst="rect">
            <a:avLst/>
          </a:prstGeom>
        </p:spPr>
      </p:pic>
      <p:pic>
        <p:nvPicPr>
          <p:cNvPr id="7" name="Scene 2 step 3.1: Secretary takes her headset off: not listening" descr="/Users/isaaczhang/Developer/aaacap project/presentation/secretary/build/s2-step3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2286000"/>
            <a:ext cx="2971800" cy="1143000"/>
          </a:xfrm>
          <a:prstGeom prst="rect">
            <a:avLst/>
          </a:prstGeom>
        </p:spPr>
      </p:pic>
      <p:pic>
        <p:nvPicPr>
          <p:cNvPr id="8" name="Scene 2 step 3.2: Secretary takes her headset off: not listening" descr="/Users/isaaczhang/Developer/aaacap project/presentation/secretary/build/s2-step3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00" y="3009900"/>
            <a:ext cx="1524000" cy="152400"/>
          </a:xfrm>
          <a:prstGeom prst="rect">
            <a:avLst/>
          </a:prstGeom>
        </p:spPr>
      </p:pic>
      <p:pic>
        <p:nvPicPr>
          <p:cNvPr id="9" name="Scene 2 step 3.3: Secretary takes her headset off: not listening" descr="/Users/isaaczhang/Developer/aaacap project/presentation/secretary/build/s2-step3-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800" y="4343400"/>
            <a:ext cx="1676400" cy="381000"/>
          </a:xfrm>
          <a:prstGeom prst="rect">
            <a:avLst/>
          </a:prstGeom>
        </p:spPr>
      </p:pic>
      <p:pic>
        <p:nvPicPr>
          <p:cNvPr id="10" name="Scene 2 step 4: Call skips the secretary" descr="/Users/isaaczhang/Developer/aaacap project/presentation/secretary/build/s2-step4-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700" y="1447800"/>
            <a:ext cx="2438400" cy="1371600"/>
          </a:xfrm>
          <a:prstGeom prst="rect">
            <a:avLst/>
          </a:prstGeom>
        </p:spPr>
      </p:pic>
      <p:pic>
        <p:nvPicPr>
          <p:cNvPr id="11" name="Scene 2 step 5: Call skips the secretary" descr="/Users/isaaczhang/Developer/aaacap project/presentation/secretary/build/s2-step5-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1447800"/>
            <a:ext cx="5105400" cy="1143000"/>
          </a:xfrm>
          <a:prstGeom prst="rect">
            <a:avLst/>
          </a:prstGeom>
        </p:spPr>
      </p:pic>
      <p:pic>
        <p:nvPicPr>
          <p:cNvPr id="12" name="Scene 2 step 6.1: Your phone rings" descr="/Users/isaaczhang/Developer/aaacap project/presentation/secretary/build/s2-step6-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1828800"/>
            <a:ext cx="1257300" cy="2895600"/>
          </a:xfrm>
          <a:prstGeom prst="rect">
            <a:avLst/>
          </a:prstGeom>
        </p:spPr>
      </p:pic>
      <p:pic>
        <p:nvPicPr>
          <p:cNvPr id="13" name="Scene 2 step 6.2: Your phone rings" descr="/Users/isaaczhang/Developer/aaacap project/presentation/secretary/build/s2-step6-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500" y="2400300"/>
            <a:ext cx="381000" cy="152400"/>
          </a:xfrm>
          <a:prstGeom prst="rect">
            <a:avLst/>
          </a:prstGeom>
        </p:spPr>
      </p:pic>
      <p:pic>
        <p:nvPicPr>
          <p:cNvPr id="14" name="Scene 2 step 7.1: You answer" descr="/Users/isaaczhang/Developer/aaacap project/presentation/secretary/build/s2-step7-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2800" y="2133600"/>
            <a:ext cx="1104900" cy="2590800"/>
          </a:xfrm>
          <a:prstGeom prst="rect">
            <a:avLst/>
          </a:prstGeom>
        </p:spPr>
      </p:pic>
      <p:pic>
        <p:nvPicPr>
          <p:cNvPr id="15" name="Scene 2 step 7.2: You answer" descr="/Users/isaaczhang/Developer/aaacap project/presentation/secretary/build/s2-step7-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1500" y="2400300"/>
            <a:ext cx="381000" cy="152400"/>
          </a:xfrm>
          <a:prstGeom prst="rect">
            <a:avLst/>
          </a:prstGeom>
        </p:spPr>
      </p:pic>
      <p:pic>
        <p:nvPicPr>
          <p:cNvPr id="16" name="Scene 2 step 7.3: You answer" descr="/Users/isaaczhang/Developer/aaacap project/presentation/secretary/build/s2-step7-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2476500"/>
            <a:ext cx="1219200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6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 3 start" descr="/Users/isaaczhang/Developer/aaacap project/presentation/secretary/build/s3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Scene 3 step 1.1: Title" descr="/Users/isaaczhang/Developer/aaacap project/presentation/secretary/build/s3-ste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3848100" cy="571500"/>
          </a:xfrm>
          <a:prstGeom prst="rect">
            <a:avLst/>
          </a:prstGeom>
        </p:spPr>
      </p:pic>
      <p:pic>
        <p:nvPicPr>
          <p:cNvPr id="4" name="Scene 3 step 1.2: Title" descr="/Users/isaaczhang/Developer/aaacap project/presentation/secretary/build/s3-step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447800"/>
            <a:ext cx="7315200" cy="3276600"/>
          </a:xfrm>
          <a:prstGeom prst="rect">
            <a:avLst/>
          </a:prstGeom>
        </p:spPr>
      </p:pic>
      <p:pic>
        <p:nvPicPr>
          <p:cNvPr id="5" name="Scene 3 step 2.1: Unknown number calls secretary puts her headset on" descr="/Users/isaaczhang/Developer/aaacap project/presentation/secretary/build/s3-step2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286000"/>
            <a:ext cx="1485900" cy="1143000"/>
          </a:xfrm>
          <a:prstGeom prst="rect">
            <a:avLst/>
          </a:prstGeom>
        </p:spPr>
      </p:pic>
      <p:pic>
        <p:nvPicPr>
          <p:cNvPr id="6" name="Scene 3 step 2.2: Unknown number calls secretary puts her headset on" descr="/Users/isaaczhang/Developer/aaacap project/presentation/secretary/build/s3-step2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324100"/>
            <a:ext cx="1562100" cy="1714500"/>
          </a:xfrm>
          <a:prstGeom prst="rect">
            <a:avLst/>
          </a:prstGeom>
        </p:spPr>
      </p:pic>
      <p:pic>
        <p:nvPicPr>
          <p:cNvPr id="7" name="Scene 3 step 3: Call reaches the secretary" descr="/Users/isaaczhang/Developer/aaacap project/presentation/secretary/build/s3-step3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0" y="3009900"/>
            <a:ext cx="762000" cy="152400"/>
          </a:xfrm>
          <a:prstGeom prst="rect">
            <a:avLst/>
          </a:prstGeom>
        </p:spPr>
      </p:pic>
      <p:pic>
        <p:nvPicPr>
          <p:cNvPr id="8" name="Scene 3 step 4.1: Screening starts your phone stays quiet" descr="/Users/isaaczhang/Developer/aaacap project/presentation/secretary/build/s3-step4-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6900" y="1981200"/>
            <a:ext cx="1447800" cy="952500"/>
          </a:xfrm>
          <a:prstGeom prst="rect">
            <a:avLst/>
          </a:prstGeom>
        </p:spPr>
      </p:pic>
      <p:pic>
        <p:nvPicPr>
          <p:cNvPr id="9" name="Scene 3 step 4.2: Screening starts your phone stays quiet" descr="/Users/isaaczhang/Developer/aaacap project/presentation/secretary/build/s3-step4-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324100"/>
            <a:ext cx="2667000" cy="1562100"/>
          </a:xfrm>
          <a:prstGeom prst="rect">
            <a:avLst/>
          </a:prstGeom>
        </p:spPr>
      </p:pic>
      <p:pic>
        <p:nvPicPr>
          <p:cNvPr id="10" name="Scene 3 step 4.3: Screening starts your phone stays quiet" descr="/Users/isaaczhang/Developer/aaacap project/presentation/secretary/build/s3-step4-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2362200"/>
            <a:ext cx="152400" cy="152400"/>
          </a:xfrm>
          <a:prstGeom prst="rect">
            <a:avLst/>
          </a:prstGeom>
        </p:spPr>
      </p:pic>
      <p:pic>
        <p:nvPicPr>
          <p:cNvPr id="11" name="Scene 3 step 4.4: Screening starts your phone stays quiet" descr="/Users/isaaczhang/Developer/aaacap project/presentation/secretary/build/s3-step4-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8100" y="4343400"/>
            <a:ext cx="1447800" cy="381000"/>
          </a:xfrm>
          <a:prstGeom prst="rect">
            <a:avLst/>
          </a:prstGeom>
        </p:spPr>
      </p:pic>
      <p:pic>
        <p:nvPicPr>
          <p:cNvPr id="12" name="Scene 3 step 4.5: Screening starts your phone stays quiet" descr="/Users/isaaczhang/Developer/aaacap project/presentation/secretary/build/s3-step4-5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4343400"/>
            <a:ext cx="1714500" cy="381000"/>
          </a:xfrm>
          <a:prstGeom prst="rect">
            <a:avLst/>
          </a:prstGeom>
        </p:spPr>
      </p:pic>
      <p:pic>
        <p:nvPicPr>
          <p:cNvPr id="13" name="Scene 3 step 5: Shield asks who is calling and why" descr="/Users/isaaczhang/Developer/aaacap project/presentation/secretary/build/s3-step5-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6100" y="1143000"/>
            <a:ext cx="2971800" cy="838200"/>
          </a:xfrm>
          <a:prstGeom prst="rect">
            <a:avLst/>
          </a:prstGeom>
        </p:spPr>
      </p:pic>
      <p:pic>
        <p:nvPicPr>
          <p:cNvPr id="14" name="Scene 3 step 6.1: Caller: the tax office" descr="/Users/isaaczhang/Developer/aaacap project/presentation/secretary/build/s3-step6-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6100" y="1143000"/>
            <a:ext cx="2971800" cy="838200"/>
          </a:xfrm>
          <a:prstGeom prst="rect">
            <a:avLst/>
          </a:prstGeom>
        </p:spPr>
      </p:pic>
      <p:pic>
        <p:nvPicPr>
          <p:cNvPr id="15" name="Scene 3 step 6.2: Caller: the tax office" descr="/Users/isaaczhang/Developer/aaacap project/presentation/secretary/build/s3-step6-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2095500"/>
            <a:ext cx="2247900" cy="533400"/>
          </a:xfrm>
          <a:prstGeom prst="rect">
            <a:avLst/>
          </a:prstGeom>
        </p:spPr>
      </p:pic>
      <p:pic>
        <p:nvPicPr>
          <p:cNvPr id="16" name="Scene 3 step 7.1: Who: noted" descr="/Users/isaaczhang/Developer/aaacap project/presentation/secretary/build/s3-step7-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91200" y="2209800"/>
            <a:ext cx="914400" cy="304800"/>
          </a:xfrm>
          <a:prstGeom prst="rect">
            <a:avLst/>
          </a:prstGeom>
        </p:spPr>
      </p:pic>
      <p:pic>
        <p:nvPicPr>
          <p:cNvPr id="17" name="Scene 3 step 7.2: Who: noted" descr="/Users/isaaczhang/Developer/aaacap project/presentation/secretary/build/s3-step7-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2247900"/>
            <a:ext cx="2095500" cy="228600"/>
          </a:xfrm>
          <a:prstGeom prst="rect">
            <a:avLst/>
          </a:prstGeom>
        </p:spPr>
      </p:pic>
      <p:pic>
        <p:nvPicPr>
          <p:cNvPr id="18" name="Scene 3 step 8.1: Why is missing, so Shield asks a follow-up" descr="/Users/isaaczhang/Developer/aaacap project/presentation/secretary/build/s3-step8-1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86100" y="1143000"/>
            <a:ext cx="2971800" cy="838200"/>
          </a:xfrm>
          <a:prstGeom prst="rect">
            <a:avLst/>
          </a:prstGeom>
        </p:spPr>
      </p:pic>
      <p:pic>
        <p:nvPicPr>
          <p:cNvPr id="19" name="Scene 3 step 8.2: Why is missing, so Shield asks a follow-up" descr="/Users/isaaczhang/Developer/aaacap project/presentation/secretary/build/s3-step8-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2095500"/>
            <a:ext cx="2095500" cy="381000"/>
          </a:xfrm>
          <a:prstGeom prst="rect">
            <a:avLst/>
          </a:prstGeom>
        </p:spPr>
      </p:pic>
      <p:pic>
        <p:nvPicPr>
          <p:cNvPr id="20" name="Scene 3 step 8.3: Why is missing, so Shield asks a follow-up" descr="/Users/isaaczhang/Developer/aaacap project/presentation/secretary/build/s3-step8-3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1200" y="2514600"/>
            <a:ext cx="914400" cy="304800"/>
          </a:xfrm>
          <a:prstGeom prst="rect">
            <a:avLst/>
          </a:prstGeom>
        </p:spPr>
      </p:pic>
      <p:pic>
        <p:nvPicPr>
          <p:cNvPr id="21" name="Scene 3 step 8.4: Why is missing, so Shield asks a follow-up" descr="/Users/isaaczhang/Developer/aaacap project/presentation/secretary/build/s3-step8-4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8100" y="4343400"/>
            <a:ext cx="148590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 4 start" descr="/Users/isaaczhang/Developer/aaacap project/presentation/secretary/build/s4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Scene 4 step 1: Title" descr="/Users/isaaczhang/Developer/aaacap project/presentation/secretary/build/s4-ste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3429000" cy="571500"/>
          </a:xfrm>
          <a:prstGeom prst="rect">
            <a:avLst/>
          </a:prstGeom>
        </p:spPr>
      </p:pic>
      <p:pic>
        <p:nvPicPr>
          <p:cNvPr id="4" name="Scene 4 step 2.1: Caller demands gift cards" descr="/Users/isaaczhang/Developer/aaacap project/presentation/secretary/build/s4-step2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1333500"/>
            <a:ext cx="1752600" cy="647700"/>
          </a:xfrm>
          <a:prstGeom prst="rect">
            <a:avLst/>
          </a:prstGeom>
        </p:spPr>
      </p:pic>
      <p:pic>
        <p:nvPicPr>
          <p:cNvPr id="5" name="Scene 4 step 2.2: Caller demands gift cards" descr="/Users/isaaczhang/Developer/aaacap project/presentation/secretary/build/s4-step2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905000"/>
            <a:ext cx="2476500" cy="762000"/>
          </a:xfrm>
          <a:prstGeom prst="rect">
            <a:avLst/>
          </a:prstGeom>
        </p:spPr>
      </p:pic>
      <p:pic>
        <p:nvPicPr>
          <p:cNvPr id="6" name="Scene 4 step 3.1: The reason is flagged" descr="/Users/isaaczhang/Developer/aaacap project/presentation/secretary/build/s4-step3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2019300"/>
            <a:ext cx="2247900" cy="457200"/>
          </a:xfrm>
          <a:prstGeom prst="rect">
            <a:avLst/>
          </a:prstGeom>
        </p:spPr>
      </p:pic>
      <p:pic>
        <p:nvPicPr>
          <p:cNvPr id="7" name="Scene 4 step 3.2: The reason is flagged" descr="/Users/isaaczhang/Developer/aaacap project/presentation/secretary/build/s4-step3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900" y="2514600"/>
            <a:ext cx="1447800" cy="533400"/>
          </a:xfrm>
          <a:prstGeom prst="rect">
            <a:avLst/>
          </a:prstGeom>
        </p:spPr>
      </p:pic>
      <p:pic>
        <p:nvPicPr>
          <p:cNvPr id="8" name="Scene 4 pause 1" descr="/Users/isaaczhang/Developer/aaacap project/presentation/secretary/build/pau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36576" cy="36576"/>
          </a:xfrm>
          <a:prstGeom prst="rect">
            <a:avLst/>
          </a:prstGeom>
        </p:spPr>
      </p:pic>
      <p:pic>
        <p:nvPicPr>
          <p:cNvPr id="9" name="Scene 4 step 5: Secretary raises a hand" descr="/Users/isaaczhang/Developer/aaacap project/presentation/secretary/build/s4-step5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2209800"/>
            <a:ext cx="1181100" cy="1219200"/>
          </a:xfrm>
          <a:prstGeom prst="rect">
            <a:avLst/>
          </a:prstGeom>
        </p:spPr>
      </p:pic>
      <p:pic>
        <p:nvPicPr>
          <p:cNvPr id="10" name="Scene 4 step 6: Line is cut" descr="/Users/isaaczhang/Developer/aaacap project/presentation/secretary/build/s4-step6-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900" y="3009900"/>
            <a:ext cx="838200" cy="152400"/>
          </a:xfrm>
          <a:prstGeom prst="rect">
            <a:avLst/>
          </a:prstGeom>
        </p:spPr>
      </p:pic>
      <p:pic>
        <p:nvPicPr>
          <p:cNvPr id="11" name="Scene 4 step 7: Line is cut" descr="/Users/isaaczhang/Developer/aaacap project/presentation/secretary/build/s4-step7-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3100" y="3009900"/>
            <a:ext cx="800100" cy="152400"/>
          </a:xfrm>
          <a:prstGeom prst="rect">
            <a:avLst/>
          </a:prstGeom>
        </p:spPr>
      </p:pic>
      <p:pic>
        <p:nvPicPr>
          <p:cNvPr id="12" name="Scene 4 step 8.1: Call ended" descr="/Users/isaaczhang/Developer/aaacap project/presentation/secretary/build/s4-step8-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900" y="2628900"/>
            <a:ext cx="952500" cy="1409700"/>
          </a:xfrm>
          <a:prstGeom prst="rect">
            <a:avLst/>
          </a:prstGeom>
        </p:spPr>
      </p:pic>
      <p:pic>
        <p:nvPicPr>
          <p:cNvPr id="13" name="Scene 4 step 8.2: Call ended" descr="/Users/isaaczhang/Developer/aaacap project/presentation/secretary/build/s4-step8-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4600" y="2933700"/>
            <a:ext cx="381000" cy="304800"/>
          </a:xfrm>
          <a:prstGeom prst="rect">
            <a:avLst/>
          </a:prstGeom>
        </p:spPr>
      </p:pic>
      <p:pic>
        <p:nvPicPr>
          <p:cNvPr id="14" name="Scene 4 step 9.1: Held your phone never rang" descr="/Users/isaaczhang/Developer/aaacap project/presentation/secretary/build/s4-step9-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5700" y="1333500"/>
            <a:ext cx="1752600" cy="1181100"/>
          </a:xfrm>
          <a:prstGeom prst="rect">
            <a:avLst/>
          </a:prstGeom>
        </p:spPr>
      </p:pic>
      <p:pic>
        <p:nvPicPr>
          <p:cNvPr id="15" name="Scene 4 step 9.2: Held your phone never rang" descr="/Users/isaaczhang/Developer/aaacap project/presentation/secretary/build/s4-step9-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1905000"/>
            <a:ext cx="2476500" cy="723900"/>
          </a:xfrm>
          <a:prstGeom prst="rect">
            <a:avLst/>
          </a:prstGeom>
        </p:spPr>
      </p:pic>
      <p:pic>
        <p:nvPicPr>
          <p:cNvPr id="16" name="Scene 4 step 9.3: Held your phone never rang" descr="/Users/isaaczhang/Developer/aaacap project/presentation/secretary/build/s4-step9-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8100" y="4343400"/>
            <a:ext cx="1485900" cy="381000"/>
          </a:xfrm>
          <a:prstGeom prst="rect">
            <a:avLst/>
          </a:prstGeom>
        </p:spPr>
      </p:pic>
      <p:pic>
        <p:nvPicPr>
          <p:cNvPr id="17" name="Scene 4 step 9.4: Held your phone never rang" descr="/Users/isaaczhang/Developer/aaacap project/presentation/secretary/build/s4-step9-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0" y="4343400"/>
            <a:ext cx="1714500" cy="381000"/>
          </a:xfrm>
          <a:prstGeom prst="rect">
            <a:avLst/>
          </a:prstGeom>
        </p:spPr>
      </p:pic>
      <p:pic>
        <p:nvPicPr>
          <p:cNvPr id="18" name="Scene 4 step 10: Secretary lowers her hand" descr="/Users/isaaczhang/Developer/aaacap project/presentation/secretary/build/s4-step10-1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1400" y="2209800"/>
            <a:ext cx="1181100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3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 5 start" descr="/Users/isaaczhang/Developer/aaacap project/presentation/secretary/build/s5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Scene 5 step 1.1: Title" descr="/Users/isaaczhang/Developer/aaacap project/presentation/secretary/build/s5-ste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04800"/>
            <a:ext cx="2476500" cy="571500"/>
          </a:xfrm>
          <a:prstGeom prst="rect">
            <a:avLst/>
          </a:prstGeom>
        </p:spPr>
      </p:pic>
      <p:pic>
        <p:nvPicPr>
          <p:cNvPr id="4" name="Scene 5 step 1.2: Title" descr="/Users/isaaczhang/Developer/aaacap project/presentation/secretary/build/s5-step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1981200"/>
            <a:ext cx="1447800" cy="1066800"/>
          </a:xfrm>
          <a:prstGeom prst="rect">
            <a:avLst/>
          </a:prstGeom>
        </p:spPr>
      </p:pic>
      <p:pic>
        <p:nvPicPr>
          <p:cNvPr id="5" name="Scene 5 step 1.3: Title" descr="/Users/isaaczhang/Developer/aaacap project/presentation/secretary/build/s5-step1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28900"/>
            <a:ext cx="2552700" cy="1409700"/>
          </a:xfrm>
          <a:prstGeom prst="rect">
            <a:avLst/>
          </a:prstGeom>
        </p:spPr>
      </p:pic>
      <p:pic>
        <p:nvPicPr>
          <p:cNvPr id="6" name="Scene 5 step 1.4: Title" descr="/Users/isaaczhang/Developer/aaacap project/presentation/secretary/build/s5-step1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4343400"/>
            <a:ext cx="1371600" cy="381000"/>
          </a:xfrm>
          <a:prstGeom prst="rect">
            <a:avLst/>
          </a:prstGeom>
        </p:spPr>
      </p:pic>
      <p:pic>
        <p:nvPicPr>
          <p:cNvPr id="7" name="Scene 5 step 1.5: Title" descr="/Users/isaaczhang/Developer/aaacap project/presentation/secretary/build/s5-step1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43400"/>
            <a:ext cx="1714500" cy="381000"/>
          </a:xfrm>
          <a:prstGeom prst="rect">
            <a:avLst/>
          </a:prstGeom>
        </p:spPr>
      </p:pic>
      <p:pic>
        <p:nvPicPr>
          <p:cNvPr id="8" name="Scene 5 step 2.1: Another unknown number calls" descr="/Users/isaaczhang/Developer/aaacap project/presentation/secretary/build/s5-step2-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324100"/>
            <a:ext cx="1562100" cy="1714500"/>
          </a:xfrm>
          <a:prstGeom prst="rect">
            <a:avLst/>
          </a:prstGeom>
        </p:spPr>
      </p:pic>
      <p:pic>
        <p:nvPicPr>
          <p:cNvPr id="9" name="Scene 5 step 2.2: Another unknown number calls" descr="/Users/isaaczhang/Developer/aaacap project/presentation/secretary/build/s5-step2-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2362200"/>
            <a:ext cx="533400" cy="190500"/>
          </a:xfrm>
          <a:prstGeom prst="rect">
            <a:avLst/>
          </a:prstGeom>
        </p:spPr>
      </p:pic>
      <p:pic>
        <p:nvPicPr>
          <p:cNvPr id="10" name="Scene 5 step 3: Call reaches the secretary" descr="/Users/isaaczhang/Developer/aaacap project/presentation/secretary/build/s5-step3-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100" y="3009900"/>
            <a:ext cx="762000" cy="152400"/>
          </a:xfrm>
          <a:prstGeom prst="rect">
            <a:avLst/>
          </a:prstGeom>
        </p:spPr>
      </p:pic>
      <p:pic>
        <p:nvPicPr>
          <p:cNvPr id="11" name="Scene 5 step 4.1: Shield asks who is calling and why" descr="/Users/isaaczhang/Developer/aaacap project/presentation/secretary/build/s5-step4-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1143000"/>
            <a:ext cx="6324600" cy="2743200"/>
          </a:xfrm>
          <a:prstGeom prst="rect">
            <a:avLst/>
          </a:prstGeom>
        </p:spPr>
      </p:pic>
      <p:pic>
        <p:nvPicPr>
          <p:cNvPr id="12" name="Scene 5 step 4.2: Shield asks who is calling and why" descr="/Users/isaaczhang/Developer/aaacap project/presentation/secretary/build/s5-step4-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8100" y="4343400"/>
            <a:ext cx="1447800" cy="381000"/>
          </a:xfrm>
          <a:prstGeom prst="rect">
            <a:avLst/>
          </a:prstGeom>
        </p:spPr>
      </p:pic>
      <p:pic>
        <p:nvPicPr>
          <p:cNvPr id="13" name="Scene 5 step 4.3: Shield asks who is calling and why" descr="/Users/isaaczhang/Developer/aaacap project/presentation/secretary/build/s5-step4-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4343400"/>
            <a:ext cx="1714500" cy="381000"/>
          </a:xfrm>
          <a:prstGeom prst="rect">
            <a:avLst/>
          </a:prstGeom>
        </p:spPr>
      </p:pic>
      <p:pic>
        <p:nvPicPr>
          <p:cNvPr id="14" name="Scene 5 step 5: Caller gives a reason but no name" descr="/Users/isaaczhang/Developer/aaacap project/presentation/secretary/build/s5-step5-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1143000"/>
            <a:ext cx="5638800" cy="1485900"/>
          </a:xfrm>
          <a:prstGeom prst="rect">
            <a:avLst/>
          </a:prstGeom>
        </p:spPr>
      </p:pic>
      <p:pic>
        <p:nvPicPr>
          <p:cNvPr id="15" name="Scene 5 step 6.1: Why: noted" descr="/Users/isaaczhang/Developer/aaacap project/presentation/secretary/build/s5-step6-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2057400"/>
            <a:ext cx="1866900" cy="419100"/>
          </a:xfrm>
          <a:prstGeom prst="rect">
            <a:avLst/>
          </a:prstGeom>
        </p:spPr>
      </p:pic>
      <p:pic>
        <p:nvPicPr>
          <p:cNvPr id="16" name="Scene 5 step 6.2: Why: noted" descr="/Users/isaaczhang/Developer/aaacap project/presentation/secretary/build/s5-step6-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91200" y="2514600"/>
            <a:ext cx="1028700" cy="304800"/>
          </a:xfrm>
          <a:prstGeom prst="rect">
            <a:avLst/>
          </a:prstGeom>
        </p:spPr>
      </p:pic>
      <p:pic>
        <p:nvPicPr>
          <p:cNvPr id="17" name="Scene 5 step 7.1: Shield asks a follow-up: who is calling" descr="/Users/isaaczhang/Developer/aaacap project/presentation/secretary/build/s5-step7-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86100" y="1143000"/>
            <a:ext cx="3619500" cy="1371600"/>
          </a:xfrm>
          <a:prstGeom prst="rect">
            <a:avLst/>
          </a:prstGeom>
        </p:spPr>
      </p:pic>
      <p:pic>
        <p:nvPicPr>
          <p:cNvPr id="18" name="Scene 5 step 7.2: Shield asks a follow-up: who is calling" descr="/Users/isaaczhang/Developer/aaacap project/presentation/secretary/build/s5-step7-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300" y="1905000"/>
            <a:ext cx="1866900" cy="571500"/>
          </a:xfrm>
          <a:prstGeom prst="rect">
            <a:avLst/>
          </a:prstGeom>
        </p:spPr>
      </p:pic>
      <p:pic>
        <p:nvPicPr>
          <p:cNvPr id="19" name="Scene 5 step 7.3: Shield asks a follow-up: who is calling" descr="/Users/isaaczhang/Developer/aaacap project/presentation/secretary/build/s5-step7-3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8100" y="4343400"/>
            <a:ext cx="1485900" cy="381000"/>
          </a:xfrm>
          <a:prstGeom prst="rect">
            <a:avLst/>
          </a:prstGeom>
        </p:spPr>
      </p:pic>
      <p:pic>
        <p:nvPicPr>
          <p:cNvPr id="20" name="Scene 5 step 8.1: Caller: Maria from Dr. Lees office" descr="/Users/isaaczhang/Developer/aaacap project/presentation/secretary/build/s5-step8-1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7100" y="1333500"/>
            <a:ext cx="2209800" cy="647700"/>
          </a:xfrm>
          <a:prstGeom prst="rect">
            <a:avLst/>
          </a:prstGeom>
        </p:spPr>
      </p:pic>
      <p:pic>
        <p:nvPicPr>
          <p:cNvPr id="21" name="Scene 5 step 8.2: Caller: Maria from Dr. Lees office" descr="/Users/isaaczhang/Developer/aaacap project/presentation/secretary/build/s5-step8-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1905000"/>
            <a:ext cx="2362200" cy="762000"/>
          </a:xfrm>
          <a:prstGeom prst="rect">
            <a:avLst/>
          </a:prstGeom>
        </p:spPr>
      </p:pic>
      <p:pic>
        <p:nvPicPr>
          <p:cNvPr id="22" name="Scene 5 step 9.1: Who: noted" descr="/Users/isaaczhang/Developer/aaacap project/presentation/secretary/build/s5-step9-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91200" y="2209800"/>
            <a:ext cx="1143000" cy="304800"/>
          </a:xfrm>
          <a:prstGeom prst="rect">
            <a:avLst/>
          </a:prstGeom>
        </p:spPr>
      </p:pic>
      <p:pic>
        <p:nvPicPr>
          <p:cNvPr id="23" name="Scene 5 step 9.2: Who: noted" descr="/Users/isaaczhang/Developer/aaacap project/presentation/secretary/build/s5-step9-2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5300" y="2247900"/>
            <a:ext cx="2133600" cy="190500"/>
          </a:xfrm>
          <a:prstGeom prst="rect">
            <a:avLst/>
          </a:prstGeom>
        </p:spPr>
      </p:pic>
      <p:pic>
        <p:nvPicPr>
          <p:cNvPr id="24" name="Scene 5 step 10.1: Shield: Please hold while Shield offers your call." descr="/Users/isaaczhang/Developer/aaacap project/presentation/secretary/build/s5-step10-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2300" y="1333500"/>
            <a:ext cx="2819400" cy="647700"/>
          </a:xfrm>
          <a:prstGeom prst="rect">
            <a:avLst/>
          </a:prstGeom>
        </p:spPr>
      </p:pic>
      <p:pic>
        <p:nvPicPr>
          <p:cNvPr id="25" name="Scene 5 step 10.2: Shield: Please hold while Shield offers your call." descr="/Users/isaaczhang/Developer/aaacap project/presentation/secretary/build/s5-step10-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5300" y="2095500"/>
            <a:ext cx="2133600" cy="342900"/>
          </a:xfrm>
          <a:prstGeom prst="rect">
            <a:avLst/>
          </a:prstGeom>
        </p:spPr>
      </p:pic>
      <p:pic>
        <p:nvPicPr>
          <p:cNvPr id="26" name="Scene 5 step 11.1: Secretary passes it to you" descr="/Users/isaaczhang/Developer/aaacap project/presentation/secretary/build/s5-step11-1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14700" y="1562100"/>
            <a:ext cx="2514600" cy="228600"/>
          </a:xfrm>
          <a:prstGeom prst="rect">
            <a:avLst/>
          </a:prstGeom>
        </p:spPr>
      </p:pic>
      <p:pic>
        <p:nvPicPr>
          <p:cNvPr id="27" name="Scene 5 step 11.2: Secretary passes it to you" descr="/Users/isaaczhang/Developer/aaacap project/presentation/secretary/build/s5-step11-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81500" y="2400300"/>
            <a:ext cx="1447800" cy="1028700"/>
          </a:xfrm>
          <a:prstGeom prst="rect">
            <a:avLst/>
          </a:prstGeom>
        </p:spPr>
      </p:pic>
      <p:pic>
        <p:nvPicPr>
          <p:cNvPr id="28" name="Scene 5 step 12.1: Call goes to your phone" descr="/Users/isaaczhang/Developer/aaacap project/presentation/secretary/build/s5-step12-1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76900" y="3009900"/>
            <a:ext cx="723900" cy="152400"/>
          </a:xfrm>
          <a:prstGeom prst="rect">
            <a:avLst/>
          </a:prstGeom>
        </p:spPr>
      </p:pic>
      <p:pic>
        <p:nvPicPr>
          <p:cNvPr id="29" name="Scene 5 step 12.2: Call goes to your phone" descr="/Users/isaaczhang/Developer/aaacap project/presentation/secretary/build/s5-step12-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48100" y="4343400"/>
            <a:ext cx="1485900" cy="381000"/>
          </a:xfrm>
          <a:prstGeom prst="rect">
            <a:avLst/>
          </a:prstGeom>
        </p:spPr>
      </p:pic>
      <p:pic>
        <p:nvPicPr>
          <p:cNvPr id="30" name="Scene 5 step 13: Your phone shows the summary: you decide" descr="/Users/isaaczhang/Developer/aaacap project/presentation/secretary/build/s5-step13-1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86500" y="1828800"/>
            <a:ext cx="2286000" cy="2895600"/>
          </a:xfrm>
          <a:prstGeom prst="rect">
            <a:avLst/>
          </a:prstGeom>
        </p:spPr>
      </p:pic>
      <p:pic>
        <p:nvPicPr>
          <p:cNvPr id="31" name="Scene 5 step 14: Secretary lowers her arm" descr="/Users/isaaczhang/Developer/aaacap project/presentation/secretary/build/s5-step14-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76800" y="2743200"/>
            <a:ext cx="952500" cy="685800"/>
          </a:xfrm>
          <a:prstGeom prst="rect">
            <a:avLst/>
          </a:prstGeom>
        </p:spPr>
      </p:pic>
      <p:pic>
        <p:nvPicPr>
          <p:cNvPr id="32" name="Scene 5 step 15: You press 1" descr="/Users/isaaczhang/Developer/aaacap project/presentation/secretary/build/s5-step15-1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39000" y="3657600"/>
            <a:ext cx="457200" cy="457200"/>
          </a:xfrm>
          <a:prstGeom prst="rect">
            <a:avLst/>
          </a:prstGeom>
        </p:spPr>
      </p:pic>
      <p:pic>
        <p:nvPicPr>
          <p:cNvPr id="33" name="Scene 5 step 16: Connected" descr="/Users/isaaczhang/Developer/aaacap project/presentation/secretary/build/s5-step16-1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5300" y="1333500"/>
            <a:ext cx="7848600" cy="339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 6 start" descr="/Users/isaaczhang/Developer/aaacap project/presentation/secretary/build/s6-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Scene 6 step 1: Title" descr="/Users/isaaczhang/Developer/aaacap project/presentation/secretary/build/s6-ste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3124200" cy="571500"/>
          </a:xfrm>
          <a:prstGeom prst="rect">
            <a:avLst/>
          </a:prstGeom>
        </p:spPr>
      </p:pic>
      <p:pic>
        <p:nvPicPr>
          <p:cNvPr id="4" name="Scene 6 step 2.1: Shield keeps listening optional feature note" descr="/Users/isaaczhang/Developer/aaacap project/presentation/secretary/build/s6-step2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2362200"/>
            <a:ext cx="152400" cy="152400"/>
          </a:xfrm>
          <a:prstGeom prst="rect">
            <a:avLst/>
          </a:prstGeom>
        </p:spPr>
      </p:pic>
      <p:pic>
        <p:nvPicPr>
          <p:cNvPr id="5" name="Scene 6 step 2.2: Shield keeps listening optional feature note" descr="/Users/isaaczhang/Developer/aaacap project/presentation/secretary/build/s6-step2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857500"/>
            <a:ext cx="952500" cy="266700"/>
          </a:xfrm>
          <a:prstGeom prst="rect">
            <a:avLst/>
          </a:prstGeom>
        </p:spPr>
      </p:pic>
      <p:pic>
        <p:nvPicPr>
          <p:cNvPr id="6" name="Scene 6 step 2.3: Shield keeps listening optional feature note" descr="/Users/isaaczhang/Developer/aaacap project/presentation/secretary/build/s6-step2-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343400"/>
            <a:ext cx="1905000" cy="381000"/>
          </a:xfrm>
          <a:prstGeom prst="rect">
            <a:avLst/>
          </a:prstGeom>
        </p:spPr>
      </p:pic>
      <p:pic>
        <p:nvPicPr>
          <p:cNvPr id="7" name="Scene 6 step 2.4: Shield keeps listening optional feature note" descr="/Users/isaaczhang/Developer/aaacap project/presentation/secretary/build/s6-step2-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38700"/>
            <a:ext cx="2400300" cy="228600"/>
          </a:xfrm>
          <a:prstGeom prst="rect">
            <a:avLst/>
          </a:prstGeom>
        </p:spPr>
      </p:pic>
      <p:pic>
        <p:nvPicPr>
          <p:cNvPr id="8" name="Scene 6 step 3: Caller: Youre all set for 10 a.m." descr="/Users/isaaczhang/Developer/aaacap project/presentation/secretary/build/s6-step3-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905000"/>
            <a:ext cx="2476500" cy="723900"/>
          </a:xfrm>
          <a:prstGeom prst="rect">
            <a:avLst/>
          </a:prstGeom>
        </p:spPr>
      </p:pic>
      <p:pic>
        <p:nvPicPr>
          <p:cNvPr id="9" name="Scene 6 step 4.1: You: Perfect, thank you" descr="/Users/isaaczhang/Developer/aaacap project/presentation/secretary/build/s6-step4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700" y="1219200"/>
            <a:ext cx="1485900" cy="647700"/>
          </a:xfrm>
          <a:prstGeom prst="rect">
            <a:avLst/>
          </a:prstGeom>
        </p:spPr>
      </p:pic>
      <p:pic>
        <p:nvPicPr>
          <p:cNvPr id="10" name="Scene 6 step 4.2: You: Perfect, thank you" descr="/Users/isaaczhang/Developer/aaacap project/presentation/secretary/build/s6-step4-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057400"/>
            <a:ext cx="1905000" cy="381000"/>
          </a:xfrm>
          <a:prstGeom prst="rect">
            <a:avLst/>
          </a:prstGeom>
        </p:spPr>
      </p:pic>
      <p:pic>
        <p:nvPicPr>
          <p:cNvPr id="11" name="Scene 6 step 5.1: Caller asks for the texted code" descr="/Users/isaaczhang/Developer/aaacap project/presentation/secretary/build/s6-step5-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7100" y="1295400"/>
            <a:ext cx="1219200" cy="381000"/>
          </a:xfrm>
          <a:prstGeom prst="rect">
            <a:avLst/>
          </a:prstGeom>
        </p:spPr>
      </p:pic>
      <p:pic>
        <p:nvPicPr>
          <p:cNvPr id="12" name="Scene 6 step 5.2: Caller asks for the texted code" descr="/Users/isaaczhang/Developer/aaacap project/presentation/secretary/build/s6-step5-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1714500"/>
            <a:ext cx="2590800" cy="914400"/>
          </a:xfrm>
          <a:prstGeom prst="rect">
            <a:avLst/>
          </a:prstGeom>
        </p:spPr>
      </p:pic>
      <p:pic>
        <p:nvPicPr>
          <p:cNvPr id="13" name="Scene 6 step 6.1: The request is flagged" descr="/Users/isaaczhang/Developer/aaacap project/presentation/secretary/build/s6-step6-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1866900"/>
            <a:ext cx="2247900" cy="571500"/>
          </a:xfrm>
          <a:prstGeom prst="rect">
            <a:avLst/>
          </a:prstGeom>
        </p:spPr>
      </p:pic>
      <p:pic>
        <p:nvPicPr>
          <p:cNvPr id="14" name="Scene 6 step 6.2: The request is flagged" descr="/Users/isaaczhang/Developer/aaacap project/presentation/secretary/build/s6-step6-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500" y="2400300"/>
            <a:ext cx="381000" cy="152400"/>
          </a:xfrm>
          <a:prstGeom prst="rect">
            <a:avLst/>
          </a:prstGeom>
        </p:spPr>
      </p:pic>
      <p:pic>
        <p:nvPicPr>
          <p:cNvPr id="15" name="Scene 6 step 7.1: Secretary steps in" descr="/Users/isaaczhang/Developer/aaacap project/presentation/secretary/build/s6-step7-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1400" y="2209800"/>
            <a:ext cx="1181100" cy="1219200"/>
          </a:xfrm>
          <a:prstGeom prst="rect">
            <a:avLst/>
          </a:prstGeom>
        </p:spPr>
      </p:pic>
      <p:pic>
        <p:nvPicPr>
          <p:cNvPr id="16" name="Scene 6 step 7.2: Secretary steps in" descr="/Users/isaaczhang/Developer/aaacap project/presentation/secretary/build/s6-step7-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9500" y="4343400"/>
            <a:ext cx="1905000" cy="381000"/>
          </a:xfrm>
          <a:prstGeom prst="rect">
            <a:avLst/>
          </a:prstGeom>
        </p:spPr>
      </p:pic>
      <p:pic>
        <p:nvPicPr>
          <p:cNvPr id="17" name="Scene 6 step 8: Line is cut" descr="/Users/isaaczhang/Developer/aaacap project/presentation/secretary/build/s6-step8-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28900" y="3009900"/>
            <a:ext cx="838200" cy="152400"/>
          </a:xfrm>
          <a:prstGeom prst="rect">
            <a:avLst/>
          </a:prstGeom>
        </p:spPr>
      </p:pic>
      <p:pic>
        <p:nvPicPr>
          <p:cNvPr id="18" name="Scene 6 step 9.1: Call ended Shield warns you" descr="/Users/isaaczhang/Developer/aaacap project/presentation/secretary/build/s6-step9-1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1143000"/>
            <a:ext cx="5638800" cy="2895600"/>
          </a:xfrm>
          <a:prstGeom prst="rect">
            <a:avLst/>
          </a:prstGeom>
        </p:spPr>
      </p:pic>
      <p:pic>
        <p:nvPicPr>
          <p:cNvPr id="19" name="Scene 6 step 9.2: Call ended Shield warns you" descr="/Users/isaaczhang/Developer/aaacap project/presentation/secretary/build/s6-step9-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7100" y="1295400"/>
            <a:ext cx="1219200" cy="381000"/>
          </a:xfrm>
          <a:prstGeom prst="rect">
            <a:avLst/>
          </a:prstGeom>
        </p:spPr>
      </p:pic>
      <p:pic>
        <p:nvPicPr>
          <p:cNvPr id="20" name="Scene 6 step 10: Your phone shows why" descr="/Users/isaaczhang/Developer/aaacap project/presentation/secretary/build/s6-step10-1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6600" y="1828800"/>
            <a:ext cx="1257300" cy="2514600"/>
          </a:xfrm>
          <a:prstGeom prst="rect">
            <a:avLst/>
          </a:prstGeom>
        </p:spPr>
      </p:pic>
      <p:pic>
        <p:nvPicPr>
          <p:cNvPr id="21" name="Scene 6 pause 1" descr="/Users/isaaczhang/Developer/aaacap project/presentation/secretary/build/paus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36576" cy="36576"/>
          </a:xfrm>
          <a:prstGeom prst="rect">
            <a:avLst/>
          </a:prstGeom>
        </p:spPr>
      </p:pic>
      <p:pic>
        <p:nvPicPr>
          <p:cNvPr id="22" name="Scene 6 step 12.1: Code kept private" descr="/Users/isaaczhang/Developer/aaacap project/presentation/secretary/build/s6-step12-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81400" y="2209800"/>
            <a:ext cx="1181100" cy="1219200"/>
          </a:xfrm>
          <a:prstGeom prst="rect">
            <a:avLst/>
          </a:prstGeom>
        </p:spPr>
      </p:pic>
      <p:pic>
        <p:nvPicPr>
          <p:cNvPr id="23" name="Scene 6 step 12.2: Code kept private" descr="/Users/isaaczhang/Developer/aaacap project/presentation/secretary/build/s6-step12-2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38800" y="3009900"/>
            <a:ext cx="1524000" cy="152400"/>
          </a:xfrm>
          <a:prstGeom prst="rect">
            <a:avLst/>
          </a:prstGeom>
        </p:spPr>
      </p:pic>
      <p:pic>
        <p:nvPicPr>
          <p:cNvPr id="24" name="Scene 6 step 12.3: Code kept private" descr="/Users/isaaczhang/Developer/aaacap project/presentation/secretary/build/s6-step12-3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33800" y="4343400"/>
            <a:ext cx="1676400" cy="381000"/>
          </a:xfrm>
          <a:prstGeom prst="rect">
            <a:avLst/>
          </a:prstGeom>
        </p:spPr>
      </p:pic>
      <p:pic>
        <p:nvPicPr>
          <p:cNvPr id="25" name="Scene 6 step 12.4: Code kept private" descr="/Users/isaaczhang/Developer/aaacap project/presentation/secretary/build/s6-step12-4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10400" y="4343400"/>
            <a:ext cx="1409700" cy="38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5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6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25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Shield: your call secretary</dc:title>
  <dc:subject>PptxGenJS Presentation</dc:subject>
  <dc:creator>PptxGenJS</dc:creator>
  <cp:lastModifiedBy>PptxGenJS</cp:lastModifiedBy>
  <cp:revision>1</cp:revision>
  <dcterms:created xsi:type="dcterms:W3CDTF">2026-10-10T17:11:47Z</dcterms:created>
  <dcterms:modified xsi:type="dcterms:W3CDTF">2026-10-10T17:11:47Z</dcterms:modified>
</cp:coreProperties>
</file>